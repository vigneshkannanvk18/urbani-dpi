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D1990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19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URBANI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72033"/>
                </a:solidFill>
              </a:rPr>
              <a:t>Proactive Observability &amp; AI Troubleshooting Assistant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7085"/>
                </a:solidFill>
              </a:rPr>
              <a:t>Custom Web Dashboard  ·  AI Log Chatbot  ·  Live Logs  ·  AWS CDK  —  v3.0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1990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72033"/>
                </a:solidFill>
              </a:rPr>
              <a:t>Custom web dashboard (React + Node) — NOT Grafana / NOT CloudWatch dashboards</a:t>
            </a:r>
            <a:endParaRPr lang="en-US" sz="18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72033"/>
                </a:solidFill>
              </a:rPr>
              <a:t>AI Log Chatbot — ask questions about logs in natural language, evidence-grounded</a:t>
            </a:r>
            <a:endParaRPr lang="en-US" sz="18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72033"/>
                </a:solidFill>
              </a:rPr>
              <a:t>Live Urbani log integration via API Gateway (LIVE provenance labels)</a:t>
            </a:r>
            <a:endParaRPr lang="en-US" sz="18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72033"/>
                </a:solidFill>
              </a:rPr>
              <a:t>Amazon Bedrock analysis (Claude 3.5 Sonnet v2) behind a provider abstraction</a:t>
            </a:r>
            <a:endParaRPr lang="en-US" sz="18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72033"/>
                </a:solidFill>
              </a:rPr>
              <a:t>DynamoDB alert persistence · KMS · CloudTrail · IAM least-privilege · Budgets</a:t>
            </a:r>
            <a:endParaRPr lang="en-US" sz="18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72033"/>
                </a:solidFill>
              </a:rPr>
              <a:t>Full infrastructure as AWS CDK (TypeScript) — synth-validated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1990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AWS Architecture</a:t>
            </a:r>
            <a:endParaRPr lang="en-US" sz="2600" dirty="0"/>
          </a:p>
        </p:txBody>
      </p:sp>
      <p:pic>
        <p:nvPicPr>
          <p:cNvPr id="4" name="Image 0" descr="C:\Antigravity\Urbani DPI\OUTPUT\Urbani_AWS_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114300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7085"/>
                </a:solidFill>
              </a:rPr>
              <a:t>Custom web dashboard + AI log chatbot · read-only · human-in-the-loop · 5-min loop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1990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&amp; Safeguards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Aspect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99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Specification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990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Primary model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Claude 3.5 Sonnet v2 (anthropic.claude-3-5-sonnet-20241022-v2:0)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Fallback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Amazon Nova Pro / Nova Lite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Inference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temperature 0.0 · max_tokens 1024 · top_p 1.0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Guardrails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urbani-dpi-guardrail-v1 — PII redaction, injection defense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Grounding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No evidence → NO_ANOMALY_DETECTED; chatbot never speculates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Remediation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033"/>
                          </a:solidFill>
                        </a:rPr>
                        <a:t>None — advisory only, human-in-the-loop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1990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Status &amp; Next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1990A"/>
                </a:solidFill>
              </a:rPr>
              <a:t>Delivered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52120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Custom dashboard + all pages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Production hardening + Docker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Live logs API (LIVE)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AI Log Chatbot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AWS CDK stack (synth-validated)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0936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</a:rPr>
              <a:t>Awaiting Client / AWS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0" y="1691640"/>
            <a:ext cx="53035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Bedrock model + guardrail access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Metrics/services API endpoints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AWS account + IAM to deploy CDK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Real log activity (or history endpoint)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Rotate shared logs API key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2026-09-29T07:49:36Z</dcterms:created>
  <dcterms:modified xsi:type="dcterms:W3CDTF">2026-09-29T07:49:36Z</dcterms:modified>
</cp:coreProperties>
</file>