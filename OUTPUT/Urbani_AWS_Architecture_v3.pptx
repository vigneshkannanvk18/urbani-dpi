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D199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737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19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72033"/>
                </a:solidFill>
              </a:rPr>
              <a:t>Proactive Observability &amp; AI Troubleshooting Assistant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67085"/>
                </a:solidFill>
              </a:rPr>
              <a:t>Custom Web Dashboard  ·  AI Log Chatbot  ·  Live Logs  ·  AWS CDK  —  v3.0 Proposal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199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Propose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Custom web dashboard (React + Node) — NOT Grafana / NOT CloudWatch dashboards</a:t>
            </a:r>
            <a:endParaRPr lang="en-US" sz="18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AI Log Chatbot — ask questions about logs in natural language, evidence-grounded</a:t>
            </a:r>
            <a:endParaRPr lang="en-US" sz="18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Urbani log integration via API Gateway with clear data-provenance labels</a:t>
            </a:r>
            <a:endParaRPr lang="en-US" sz="18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Amazon Bedrock analysis (Claude 3.5 Sonnet v2) behind a provider abstraction</a:t>
            </a:r>
            <a:endParaRPr lang="en-US" sz="18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DynamoDB alert persistence · KMS · CloudTrail · IAM least-privilege · Budgets</a:t>
            </a:r>
            <a:endParaRPr lang="en-US" sz="18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Full infrastructure as AWS CDK (TypeScript)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199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AWS Architecture</a:t>
            </a:r>
            <a:endParaRPr lang="en-US" sz="2600" dirty="0"/>
          </a:p>
        </p:txBody>
      </p:sp>
      <p:pic>
        <p:nvPicPr>
          <p:cNvPr id="4" name="Image 0" descr="C:\Antigravity\Urbani DPI\OUTPUT\Urbani_AWS_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11430000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7085"/>
                </a:solidFill>
              </a:rPr>
              <a:t>Custom web dashboard + AI log chatbot · read-only · human-in-the-loop · 5-min loop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199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&amp; Safeguards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9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990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</a:rPr>
                        <a:t>Primary model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</a:rPr>
                        <a:t>Claude 3.5 Sonnet v2 (anthropic.claude-3-5-sonnet-20241022-v2:0)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</a:rPr>
                        <a:t>Fallback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</a:rPr>
                        <a:t>Amazon Nova Pro / Nova Lite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</a:rPr>
                        <a:t>Inference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</a:rPr>
                        <a:t>temperature 0.0 · max_tokens 1024 · top_p 1.0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</a:rPr>
                        <a:t>Guardrails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</a:rPr>
                        <a:t>urbani-dpi-guardrail-v1 — PII redaction, injection defense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</a:rPr>
                        <a:t>Grounding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</a:rPr>
                        <a:t>No evidence → NO_ANOMALY_DETECTED; chatbot never speculates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</a:rPr>
                        <a:t>Remediation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</a:rPr>
                        <a:t>None — advisory only, human-in-the-loop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199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 &amp; Prerequisites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990A"/>
                </a:solidFill>
              </a:rPr>
              <a:t>Proposed Phases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Custom dashboard + all pages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Production hardening + Docker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Logs API integration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AI Log Chatbot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AWS CDK stack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Bedrock enablement + full deploy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Prerequisites from Client / AWS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69164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Bedrock model + guardrail access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Metrics/services API endpoints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AWS account + IAM to deploy CDK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Real log activity (or history endpoint)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Secure handling of logs API key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2026-10-01T10:59:30Z</dcterms:created>
  <dcterms:modified xsi:type="dcterms:W3CDTF">2026-10-01T10:59:30Z</dcterms:modified>
</cp:coreProperties>
</file>